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3" r:id="rId7"/>
    <p:sldId id="261" r:id="rId8"/>
    <p:sldId id="262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FA25-0337-4DAE-8939-6EAF0ECC1073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CAE59-2E16-4676-A505-8022F6D14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076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FA25-0337-4DAE-8939-6EAF0ECC1073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CAE59-2E16-4676-A505-8022F6D14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64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FA25-0337-4DAE-8939-6EAF0ECC1073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CAE59-2E16-4676-A505-8022F6D14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32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FA25-0337-4DAE-8939-6EAF0ECC1073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CAE59-2E16-4676-A505-8022F6D14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30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FA25-0337-4DAE-8939-6EAF0ECC1073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CAE59-2E16-4676-A505-8022F6D14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19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FA25-0337-4DAE-8939-6EAF0ECC1073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CAE59-2E16-4676-A505-8022F6D14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136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FA25-0337-4DAE-8939-6EAF0ECC1073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CAE59-2E16-4676-A505-8022F6D14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63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FA25-0337-4DAE-8939-6EAF0ECC1073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CAE59-2E16-4676-A505-8022F6D14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475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FA25-0337-4DAE-8939-6EAF0ECC1073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CAE59-2E16-4676-A505-8022F6D14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7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FA25-0337-4DAE-8939-6EAF0ECC1073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CAE59-2E16-4676-A505-8022F6D14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69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4FA25-0337-4DAE-8939-6EAF0ECC1073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CAE59-2E16-4676-A505-8022F6D14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526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5087-9557-4ACD-AE5F-11914D506F6F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13B9-8A65-4FDB-AC90-FE6552DF6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6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5087-9557-4ACD-AE5F-11914D506F6F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13B9-8A65-4FDB-AC90-FE6552DF6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158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5087-9557-4ACD-AE5F-11914D506F6F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13B9-8A65-4FDB-AC90-FE6552DF6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1631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5087-9557-4ACD-AE5F-11914D506F6F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13B9-8A65-4FDB-AC90-FE6552DF6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93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5087-9557-4ACD-AE5F-11914D506F6F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13B9-8A65-4FDB-AC90-FE6552DF6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594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5087-9557-4ACD-AE5F-11914D506F6F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13B9-8A65-4FDB-AC90-FE6552DF6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456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5087-9557-4ACD-AE5F-11914D506F6F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13B9-8A65-4FDB-AC90-FE6552DF6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174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5087-9557-4ACD-AE5F-11914D506F6F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13B9-8A65-4FDB-AC90-FE6552DF6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379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5087-9557-4ACD-AE5F-11914D506F6F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13B9-8A65-4FDB-AC90-FE6552DF6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9727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5087-9557-4ACD-AE5F-11914D506F6F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13B9-8A65-4FDB-AC90-FE6552DF6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486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5087-9557-4ACD-AE5F-11914D506F6F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213B9-8A65-4FDB-AC90-FE6552DF6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10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4FA25-0337-4DAE-8939-6EAF0ECC1073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CAE59-2E16-4676-A505-8022F6D14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313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95087-9557-4ACD-AE5F-11914D506F6F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213B9-8A65-4FDB-AC90-FE6552DF6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44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mn-MN" dirty="0" smtClean="0"/>
              <a:t>Гүн мэдрэгч камер</a:t>
            </a:r>
            <a:r>
              <a:rPr lang="en-US" dirty="0" smtClean="0"/>
              <a:t> </a:t>
            </a:r>
            <a:r>
              <a:rPr lang="mn-MN" dirty="0" smtClean="0"/>
              <a:t>ашиглан саад тойрох робот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mn-MN" dirty="0" smtClean="0"/>
              <a:t>Гүйцэтгэсэн</a:t>
            </a:r>
            <a:r>
              <a:rPr lang="en-US" dirty="0" smtClean="0"/>
              <a:t>: </a:t>
            </a:r>
            <a:r>
              <a:rPr lang="mn-MN" dirty="0" smtClean="0"/>
              <a:t>Г. Гантулга </a:t>
            </a:r>
            <a:r>
              <a:rPr lang="en-US" dirty="0" smtClean="0"/>
              <a:t>B181070038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082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 smtClean="0"/>
              <a:t>Зорилго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mn-MN" dirty="0" smtClean="0"/>
              <a:t>Тусгай зориулалтын орчинд гүн мэдрэгч камер ашиглан явах роботын алгоритм програм хангамжыг хөгжүүлэн симуляцийн орчинд бий болгож туршиж үзэн бодит орчинд явуулах.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436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 smtClean="0"/>
              <a:t>Зорилт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mn-MN" dirty="0" smtClean="0"/>
              <a:t>Симуляцийн орчин бий болгох</a:t>
            </a:r>
          </a:p>
          <a:p>
            <a:pPr marL="514350" indent="-514350">
              <a:buAutoNum type="arabicPeriod"/>
            </a:pPr>
            <a:r>
              <a:rPr lang="mn-MN" dirty="0" smtClean="0"/>
              <a:t>Симуляцийн орчинд ажиллах програмын кодыг бичих</a:t>
            </a:r>
          </a:p>
          <a:p>
            <a:pPr marL="514350" indent="-514350">
              <a:buAutoNum type="arabicPeriod"/>
            </a:pPr>
            <a:r>
              <a:rPr lang="mn-MN" dirty="0" smtClean="0"/>
              <a:t>Туршилт судалгаа хийх</a:t>
            </a:r>
          </a:p>
          <a:p>
            <a:pPr marL="514350" indent="-514350">
              <a:buAutoNum type="arabicPeriod"/>
            </a:pPr>
            <a:r>
              <a:rPr lang="mn-MN" dirty="0" smtClean="0"/>
              <a:t>Бодит орчинд робот </a:t>
            </a:r>
            <a:r>
              <a:rPr lang="mn-MN" dirty="0"/>
              <a:t>угсран</a:t>
            </a:r>
            <a:r>
              <a:rPr lang="mn-MN" dirty="0" smtClean="0"/>
              <a:t> </a:t>
            </a:r>
            <a:r>
              <a:rPr lang="mn-MN" dirty="0" smtClean="0"/>
              <a:t>ажиллуулах</a:t>
            </a:r>
          </a:p>
        </p:txBody>
      </p:sp>
    </p:spTree>
    <p:extLst>
      <p:ext uri="{BB962C8B-B14F-4D97-AF65-F5344CB8AC3E}">
        <p14:creationId xmlns:p14="http://schemas.microsoft.com/office/powerpoint/2010/main" val="1711104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 smtClean="0"/>
              <a:t>Симуляцийн орчин бий болгох</a:t>
            </a:r>
            <a:endParaRPr lang="en-US" dirty="0"/>
          </a:p>
        </p:txBody>
      </p:sp>
      <p:pic>
        <p:nvPicPr>
          <p:cNvPr id="1026" name="Picture 2" descr="Image result for gazebo ro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7987" y="1690688"/>
            <a:ext cx="6296025" cy="269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mage result for ubuntu log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198" y="4386263"/>
            <a:ext cx="1466336" cy="119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python languag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205" y="4456631"/>
            <a:ext cx="1058993" cy="1058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8857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Симуляцийн орчин бий болгох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51" t="24684" r="16898" b="11137"/>
          <a:stretch/>
        </p:blipFill>
        <p:spPr>
          <a:xfrm>
            <a:off x="1299519" y="2242623"/>
            <a:ext cx="4160109" cy="2792627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45" t="22404" r="27436" b="12772"/>
          <a:stretch/>
        </p:blipFill>
        <p:spPr>
          <a:xfrm>
            <a:off x="7539681" y="1806017"/>
            <a:ext cx="2767913" cy="366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752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Симуляцийн орчинд ажиллах програмын кодыг бичих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838200" y="1690688"/>
            <a:ext cx="1494183" cy="11794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n-M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Орчны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depth</a:t>
            </a:r>
            <a:r>
              <a:rPr kumimoji="0" lang="mn-M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зураг оруулах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965173" y="1690688"/>
            <a:ext cx="1494183" cy="11794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n-M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План зургийг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Gridworld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n-M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болгох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92146" y="1690688"/>
            <a:ext cx="1494183" cy="11794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n-M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Эцсийн цэг тавьж өгөх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219119" y="1690688"/>
            <a:ext cx="1494183" cy="11794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Value Iteration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346092" y="1690688"/>
            <a:ext cx="1494183" cy="11794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n-M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Агент байршлаа оруулах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346091" y="4195695"/>
            <a:ext cx="1494183" cy="117944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n-MN" dirty="0" smtClean="0">
                <a:solidFill>
                  <a:prstClr val="black"/>
                </a:solidFill>
                <a:latin typeface="Calibri" panose="020F0502020204030204"/>
              </a:rPr>
              <a:t>Роботыг</a:t>
            </a:r>
            <a:r>
              <a:rPr kumimoji="0" lang="mn-MN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явуулах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Arrow Connector 11"/>
          <p:cNvCxnSpPr>
            <a:stCxn id="4" idx="3"/>
            <a:endCxn id="6" idx="1"/>
          </p:cNvCxnSpPr>
          <p:nvPr/>
        </p:nvCxnSpPr>
        <p:spPr>
          <a:xfrm>
            <a:off x="2332383" y="2280410"/>
            <a:ext cx="632790" cy="0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459356" y="2280410"/>
            <a:ext cx="632790" cy="0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586329" y="2280410"/>
            <a:ext cx="632790" cy="0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8713302" y="2280410"/>
            <a:ext cx="632790" cy="0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0" idx="1"/>
            <a:endCxn id="27" idx="3"/>
          </p:cNvCxnSpPr>
          <p:nvPr/>
        </p:nvCxnSpPr>
        <p:spPr>
          <a:xfrm flipH="1">
            <a:off x="8713302" y="4785417"/>
            <a:ext cx="632789" cy="0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986" y="2968608"/>
            <a:ext cx="1128609" cy="11286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022" y="2968607"/>
            <a:ext cx="1130484" cy="112860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/>
          <a:srcRect t="5003"/>
          <a:stretch/>
        </p:blipFill>
        <p:spPr>
          <a:xfrm>
            <a:off x="5274933" y="2968607"/>
            <a:ext cx="1131744" cy="1128609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5"/>
          <a:srcRect t="4784"/>
          <a:stretch/>
        </p:blipFill>
        <p:spPr>
          <a:xfrm>
            <a:off x="7399446" y="2968607"/>
            <a:ext cx="1129132" cy="112860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6"/>
          <a:srcRect t="5003"/>
          <a:stretch/>
        </p:blipFill>
        <p:spPr>
          <a:xfrm>
            <a:off x="9521347" y="2968607"/>
            <a:ext cx="1131743" cy="1128609"/>
          </a:xfrm>
          <a:prstGeom prst="rect">
            <a:avLst/>
          </a:prstGeom>
        </p:spPr>
      </p:pic>
      <p:cxnSp>
        <p:nvCxnSpPr>
          <p:cNvPr id="15" name="Elbow Connector 14"/>
          <p:cNvCxnSpPr/>
          <p:nvPr/>
        </p:nvCxnSpPr>
        <p:spPr>
          <a:xfrm flipH="1">
            <a:off x="10840273" y="2280407"/>
            <a:ext cx="1" cy="2505007"/>
          </a:xfrm>
          <a:prstGeom prst="bentConnector3">
            <a:avLst>
              <a:gd name="adj1" fmla="val -22860000000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7"/>
          <a:srcRect t="4784"/>
          <a:stretch/>
        </p:blipFill>
        <p:spPr>
          <a:xfrm>
            <a:off x="9521347" y="5473618"/>
            <a:ext cx="1131743" cy="113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065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Симуляцийн орчинд ажиллах програмын кодыг бичих</a:t>
            </a:r>
            <a:endParaRPr lang="en-US" dirty="0"/>
          </a:p>
        </p:txBody>
      </p:sp>
      <p:pic>
        <p:nvPicPr>
          <p:cNvPr id="4" name="video-1613938620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02088" y="1825625"/>
            <a:ext cx="4187825" cy="4351338"/>
          </a:xfrm>
        </p:spPr>
      </p:pic>
    </p:spTree>
    <p:extLst>
      <p:ext uri="{BB962C8B-B14F-4D97-AF65-F5344CB8AC3E}">
        <p14:creationId xmlns:p14="http://schemas.microsoft.com/office/powerpoint/2010/main" val="338279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Симуляцийн орчинд ажиллах програмын кодыг бичих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1" t="16544" r="41272" b="21360"/>
          <a:stretch/>
        </p:blipFill>
        <p:spPr>
          <a:xfrm>
            <a:off x="3393989" y="2150133"/>
            <a:ext cx="5082745" cy="3797585"/>
          </a:xfrm>
        </p:spPr>
      </p:pic>
    </p:spTree>
    <p:extLst>
      <p:ext uri="{BB962C8B-B14F-4D97-AF65-F5344CB8AC3E}">
        <p14:creationId xmlns:p14="http://schemas.microsoft.com/office/powerpoint/2010/main" val="2705769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Туршилт судалгаа </a:t>
            </a:r>
            <a:r>
              <a:rPr lang="mn-MN" dirty="0" smtClean="0"/>
              <a:t>хийх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TODO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070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Бодит орчинд робот угсран </a:t>
            </a:r>
            <a:r>
              <a:rPr lang="mn-MN" dirty="0" smtClean="0"/>
              <a:t>ажиллуулах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TODO</a:t>
            </a:r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231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111</Words>
  <Application>Microsoft Office PowerPoint</Application>
  <PresentationFormat>Widescreen</PresentationFormat>
  <Paragraphs>33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1_Office Theme</vt:lpstr>
      <vt:lpstr>Гүн мэдрэгч камер ашиглан саад тойрох робот</vt:lpstr>
      <vt:lpstr>Зорилго</vt:lpstr>
      <vt:lpstr>Зорилт</vt:lpstr>
      <vt:lpstr>Симуляцийн орчин бий болгох</vt:lpstr>
      <vt:lpstr>Симуляцийн орчин бий болгох</vt:lpstr>
      <vt:lpstr>Симуляцийн орчинд ажиллах програмын кодыг бичих</vt:lpstr>
      <vt:lpstr>Симуляцийн орчинд ажиллах програмын кодыг бичих</vt:lpstr>
      <vt:lpstr>Симуляцийн орчинд ажиллах програмын кодыг бичих</vt:lpstr>
      <vt:lpstr>Туршилт судалгаа хийх</vt:lpstr>
      <vt:lpstr>Бодит орчинд робот угсран ажиллуулах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Гүн мэдрэгч камер ашиглан саад тойрох робот</dc:title>
  <dc:creator>HAlo 9493</dc:creator>
  <cp:lastModifiedBy>HAlo 9493</cp:lastModifiedBy>
  <cp:revision>32</cp:revision>
  <dcterms:created xsi:type="dcterms:W3CDTF">2021-02-21T19:06:59Z</dcterms:created>
  <dcterms:modified xsi:type="dcterms:W3CDTF">2021-02-21T20:52:41Z</dcterms:modified>
</cp:coreProperties>
</file>